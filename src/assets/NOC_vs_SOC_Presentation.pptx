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NOC vs. SOC: A Cybersecurity Operations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Presenter: [Your Name]</a:t>
            </a:r>
          </a:p>
          <a:p>
            <a:r>
              <a:t>Audience: Fellow Armed Forces of the Philippines (AFP) Intelligence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Operations Center (NOC):</a:t>
            </a:r>
          </a:p>
          <a:p>
            <a:r>
              <a:t>Purpose: Ensure network uptime, performance, and availability. Critical for operational readiness, C2, and safety.</a:t>
            </a:r>
          </a:p>
          <a:p>
            <a:r>
              <a:t>Motto: 'Maintain the Advantage.'</a:t>
            </a:r>
          </a:p>
          <a:p/>
          <a:p>
            <a:r>
              <a:t>Security Operations Center (SOC):</a:t>
            </a:r>
          </a:p>
          <a:p>
            <a:r>
              <a:t>Purpose: Protect data and systems from cyber threats. Detect, analyze, and respond to incidents.</a:t>
            </a:r>
          </a:p>
          <a:p>
            <a:r>
              <a:t>Motto: 'Defend the Domain.'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NOC: A Deeper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Network infrastructure, tactical servers, field systems, satellite connectivity.</a:t>
            </a:r>
          </a:p>
          <a:p>
            <a:r>
              <a:t>Goals: Maximize uptime, optimize performance, minimize MTTR.</a:t>
            </a:r>
          </a:p>
          <a:p>
            <a:r>
              <a:t>Responsibilities: Monitoring, Incident Response, Change Management, Maintenance.</a:t>
            </a:r>
          </a:p>
          <a:p>
            <a:r>
              <a:t>Tools: NMS, Packet Analyzers, Dashboards, Ticketing Systems.</a:t>
            </a:r>
          </a:p>
          <a:p>
            <a:r>
              <a:t>Metrics: Uptime, Latency, MTTR.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SOC: A Deeper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Threats (espionage, sabotage, insider threats).</a:t>
            </a:r>
          </a:p>
          <a:p>
            <a:r>
              <a:t>Goals: Minimize MTTD/MTTR, reduce attack surface, proactive hunting.</a:t>
            </a:r>
          </a:p>
          <a:p>
            <a:r>
              <a:t>Responsibilities: Detection, Incident Response, Vulnerability Management, Monitoring.</a:t>
            </a:r>
          </a:p>
          <a:p>
            <a:r>
              <a:t>Tools: SIEM, EDR, SOAR, TIP.</a:t>
            </a:r>
          </a:p>
          <a:p>
            <a:r>
              <a:t>Metrics: MTTD, MTTR, Incidents, False-Positives.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NOC vs. SOC: A Direct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NOC: Focus on availability, readiness. Incidents: Outages, latency.</a:t>
            </a:r>
          </a:p>
          <a:p>
            <a:r>
              <a:t>SOC: Focus on security, counter-intel. Incidents: Espionage, sabotage.</a:t>
            </a:r>
          </a:p>
          <a:p>
            <a:r>
              <a:t>Tools: NOC uses NMS; SOC uses SIEM.</a:t>
            </a:r>
          </a:p>
          <a:p>
            <a:r>
              <a:t>Skills: NOC = troubleshooting; SOC = forensics.</a:t>
            </a:r>
          </a:p>
          <a:p>
            <a:r>
              <a:t>Metrics: NOC = Uptime/MTTR; SOC = MTTD/MTTR/Breaches.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Shift: SecOps &amp;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Outages may hide cyberattacks; silos cause delays.</a:t>
            </a:r>
          </a:p>
          <a:p>
            <a:r>
              <a:t>Solution: Convergence (SecOps).</a:t>
            </a:r>
          </a:p>
          <a:p>
            <a:r>
              <a:t>Benefits: Holistic view, faster response, efficient resources.</a:t>
            </a:r>
          </a:p>
          <a:p>
            <a:r>
              <a:t>Challenges: Skill gaps, tool integration, silos.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within an Operations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 1 Analyst: Triage alerts.</a:t>
            </a:r>
          </a:p>
          <a:p>
            <a:r>
              <a:t>Tier 2/3 Analyst: Deep analysis, root cause.</a:t>
            </a:r>
          </a:p>
          <a:p>
            <a:r>
              <a:t>Incident Responder: Contain and recover.</a:t>
            </a:r>
          </a:p>
          <a:p>
            <a:r>
              <a:t>Threat Hunter: Search undetected threats.</a:t>
            </a:r>
          </a:p>
          <a:p>
            <a:r>
              <a:t>Manager/Lead: Oversee operations, report to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Incident Response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Preparation: Build team, playbooks, training.</a:t>
            </a:r>
          </a:p>
          <a:p>
            <a:r>
              <a:t>Detection: Monitor IOCs, analyze alerts.</a:t>
            </a:r>
          </a:p>
          <a:p>
            <a:r>
              <a:t>Containment: Isolate systems, eradicate threats.</a:t>
            </a:r>
          </a:p>
          <a:p>
            <a:r>
              <a:t>Recovery: Restore systems, patch.</a:t>
            </a:r>
          </a:p>
          <a:p>
            <a:r>
              <a:t>Post-Incident: Review, lessons learned.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NOC = Uptime, SOC = Security.</a:t>
            </a:r>
          </a:p>
          <a:p>
            <a:r>
              <a:t>Both are interdependent and mission-critical.</a:t>
            </a:r>
          </a:p>
          <a:p>
            <a:r>
              <a:t>SecOps model ensures collaboration.</a:t>
            </a:r>
          </a:p>
          <a:p>
            <a:r>
              <a:t>Future: Breaking silos for dominance in cyber domain.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Exceptional NOC/SOC Tips &amp; Hacks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proactively, not reactively.</a:t>
            </a:r>
          </a:p>
          <a:p>
            <a:r>
              <a:t>Master the mission context.</a:t>
            </a:r>
          </a:p>
          <a:p>
            <a:r>
              <a:t>Automate repetitive tasks.</a:t>
            </a:r>
          </a:p>
          <a:p>
            <a:r>
              <a:t>Document everything.</a:t>
            </a:r>
          </a:p>
          <a:p>
            <a:r>
              <a:t>Assume compromise, maintain OPSEC.</a:t>
            </a:r>
          </a:p>
          <a:p>
            <a:r>
              <a:t>Communicate often.</a:t>
            </a:r>
          </a:p>
          <a:p>
            <a:r>
              <a:t>Commit to continuous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talk: real-world scenarios, challenges, and best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